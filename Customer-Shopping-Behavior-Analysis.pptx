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customers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row per customer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 &amp; purchase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 $157,890 in revenue vs $75,191 from female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average order is higher ($60.25 vs $59.54) on under half the volume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customers used a discount and still spent above the $59.76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average $79.79 per order and contribute $66,942 of revenue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Half of all discount users did not need the discount to spend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3.86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average rating (n=137)</a:t>
            </a:r>
            <a:endParaRPr lang="en-US" sz="175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3.84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 highest rated (n=159)</a:t>
            </a:r>
            <a:endParaRPr lang="en-US" sz="1750" dirty="0"/>
          </a:p>
        </p:txBody>
      </p:sp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3.82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Third highest rated (n=143)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5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$60.48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5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$58.46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customers spend 3.4% more; every shipping type falls within $58-61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100%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Get a Discount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subscriber, vs 22% of others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$62,645 of $233,081 total revenue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99%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Relative Spend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$59.49 vs $59.87 — no lift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11% - 0 to 5 previous purchases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29% - 6 to 20 previous purchases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60% - 21+ previous purchases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Segmented on previous_purchases; 60% of customers are already repeat buyers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Re-price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get a blanket discount but spend no more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Grow Order Frequency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order is flat at $58-61 across every segment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and Accessories drive 76% of revenue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Ratings cluster at 3.7-3.9; no product stands out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2025-10-14T02:52:14Z</dcterms:created>
  <dcterms:modified xsi:type="dcterms:W3CDTF">2025-10-14T02:52:14Z</dcterms:modified>
</cp:coreProperties>
</file>